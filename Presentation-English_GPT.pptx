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Doctoral Program Oral 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Establishing expertise as a security researcher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of Chain of Trust and Remote Attestation for Confidential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TEE, Confidential Computing, Privacy Enhancing Technologies, Cloud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CoT and RA for advanced cloud-native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models, security models, cryptographic mechanisms,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Enhanced trust verification, scalable attestation, secure CC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